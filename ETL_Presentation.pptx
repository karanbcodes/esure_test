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303520" cy="508863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54864"/>
            <a:ext cx="3840480" cy="5088636"/>
          </a:xfrm>
          <a:prstGeom prst="rect">
            <a:avLst/>
          </a:prstGeom>
          <a:solidFill>
            <a:srgbClr val="161F2E"/>
          </a:solidFill>
          <a:ln w="12700">
            <a:solidFill>
              <a:srgbClr val="161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457200"/>
            <a:ext cx="2743" cy="4114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Events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batch ETL · Dimensional data model · Production roadmap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Engineer — Take-Home Assessment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1097280"/>
            <a:ext cx="31089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0759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377440"/>
            <a:ext cx="31089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877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2468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09360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· Parquet · SQLite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23560" y="3657600"/>
            <a:ext cx="31089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86791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3749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EXTRACT  →  TRANSFORM  →  LOAD  →  ANALYSE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Scope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3520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6642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Lines policy event files need converting to a queryable format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500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32257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ask questions across customers, products, renewals and pricing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083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9809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unknown — bad rows must not break reporting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1097280"/>
            <a:ext cx="54864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Scope Choices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(not streaming)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6294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static JSONL; streaming adds no value here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84632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6294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for reviewers; cloud scale documented separately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4632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Parquet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62940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 query layer; Parquet enables future cloud migration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846320" y="3474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dimensions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62940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effective-date fields in source to support SCD2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46320" y="4069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bad rows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62940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over fail-fast; preserves batch SLAs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417320" cy="1417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190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Source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2468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policy_data/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*.json files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210312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03120" y="1554480"/>
            <a:ext cx="141732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71907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0312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2103120" y="2468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checkpoint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Parquet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103120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886200" y="1554480"/>
            <a:ext cx="141732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19072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8620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3886200" y="2468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Validate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103120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669280" y="1554480"/>
            <a:ext cx="141732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719072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66928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5669280" y="2468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warehouse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 DB</a:t>
            </a:r>
            <a:endParaRPr lang="en-US" sz="8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2103120"/>
            <a:ext cx="256032" cy="25603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452360" y="1554480"/>
            <a:ext cx="1417320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1719072"/>
            <a:ext cx="411480" cy="4114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45236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28" name="Text 17"/>
          <p:cNvSpPr/>
          <p:nvPr/>
        </p:nvSpPr>
        <p:spPr>
          <a:xfrm>
            <a:off x="7452360" y="2468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850" dirty="0"/>
          </a:p>
        </p:txBody>
      </p:sp>
      <p:sp>
        <p:nvSpPr>
          <p:cNvPr id="29" name="Text 1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457200" y="3566160"/>
            <a:ext cx="2029968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457200" y="3566160"/>
            <a:ext cx="202996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457200" y="3566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staging/</a:t>
            </a:r>
            <a:endParaRPr lang="en-US" sz="850" dirty="0"/>
          </a:p>
        </p:txBody>
      </p:sp>
      <p:sp>
        <p:nvSpPr>
          <p:cNvPr id="33" name="Text 22"/>
          <p:cNvSpPr/>
          <p:nvPr/>
        </p:nvSpPr>
        <p:spPr>
          <a:xfrm>
            <a:off x="548640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checkpoint per run (Parquet)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2633472" y="3566160"/>
            <a:ext cx="2029968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2633472" y="3566160"/>
            <a:ext cx="202996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2633472" y="3566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warehouse/*.parquet</a:t>
            </a:r>
            <a:endParaRPr lang="en-US" sz="850" dirty="0"/>
          </a:p>
        </p:txBody>
      </p:sp>
      <p:sp>
        <p:nvSpPr>
          <p:cNvPr id="37" name="Text 26"/>
          <p:cNvSpPr/>
          <p:nvPr/>
        </p:nvSpPr>
        <p:spPr>
          <a:xfrm>
            <a:off x="2724912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 + mart tables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4809744" y="3566160"/>
            <a:ext cx="2029968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4809744" y="3566160"/>
            <a:ext cx="202996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4809744" y="3566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policy_analytics.db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901184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SQLite for analyst SQL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986016" y="3566160"/>
            <a:ext cx="2029968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6986016" y="3566160"/>
            <a:ext cx="202996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6986016" y="35661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quarantine/</a:t>
            </a:r>
            <a:endParaRPr lang="en-US" sz="850" dirty="0"/>
          </a:p>
        </p:txBody>
      </p:sp>
      <p:sp>
        <p:nvSpPr>
          <p:cNvPr id="45" name="Text 34"/>
          <p:cNvSpPr/>
          <p:nvPr/>
        </p:nvSpPr>
        <p:spPr>
          <a:xfrm>
            <a:off x="7077456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for replay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DATA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Star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83280" y="2103120"/>
            <a:ext cx="2377440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2240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fact_policy_events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5877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grain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event_sk  · customer_sk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product_sk · region_sk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policy_sk  · event_date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1488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148840" cy="274320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490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21488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54680"/>
            <a:ext cx="2148840" cy="274320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4564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37960" y="1188720"/>
            <a:ext cx="21488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188720"/>
            <a:ext cx="2148840" cy="274320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188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9400" y="1490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3154680"/>
            <a:ext cx="21488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154680"/>
            <a:ext cx="2148840" cy="274320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dim_policy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34564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attributes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Marts (pre-aggregated for performance)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397764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663440"/>
            <a:ext cx="3977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mart_policy_status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4919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active/inactive per policy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customer counts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4663440"/>
            <a:ext cx="397764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4663440"/>
            <a:ext cx="3977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6634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mart_renewals_daily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0328" y="4919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renewal counts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premium by day &amp; product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651760"/>
            <a:ext cx="-914400" cy="-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383280" y="2834640"/>
            <a:ext cx="-914400" cy="73152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760720" y="2651760"/>
            <a:ext cx="777240" cy="-86868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760720" y="2834640"/>
            <a:ext cx="777240" cy="73152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DATA QUALITY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Quarantine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10515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00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4023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031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event_type value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2167128"/>
            <a:ext cx="10515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67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4023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700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coverage_amount overflow sentinel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734056"/>
            <a:ext cx="10515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734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4023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timestamps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300984"/>
            <a:ext cx="10515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402336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0390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premium_amount on renewals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867912"/>
            <a:ext cx="10515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8679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as NULL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14300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43000"/>
            <a:ext cx="54864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Quarantine, Not Fail?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55648"/>
            <a:ext cx="182880" cy="182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20640" y="1737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batches routinely contain edge-case dirty rows</a:t>
            </a:r>
            <a:endParaRPr lang="en-US" sz="9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22576"/>
            <a:ext cx="182880" cy="1828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20640" y="23042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the whole batch would break analyst SLAs</a:t>
            </a:r>
            <a:endParaRPr lang="en-US" sz="9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889504"/>
            <a:ext cx="182880" cy="1828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120640" y="28712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rows are isolated to quarantine/quarantined_events.parquet</a:t>
            </a:r>
            <a:endParaRPr lang="en-US" sz="9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56432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20640" y="34381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is inspectable and replayable after root-cause fix</a:t>
            </a:r>
            <a:endParaRPr lang="en-US" sz="9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23360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volume is monitorable in production (alert on spikes)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TESTING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Production Gates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2560320"/>
            <a:ext cx="2011680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·  Full pipeline on sample files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3200400" cy="6309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965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 ·  transform.py · load.py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188720"/>
            <a:ext cx="4572000" cy="6309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80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·  test_parsers · test_transform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02336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54864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7216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37216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per event version; breaking change detection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402336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78808"/>
            <a:ext cx="54864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197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SLAs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41970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/ dbt: null rates, row counts, RI checks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654296"/>
            <a:ext cx="402336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54296"/>
            <a:ext cx="54864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6725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tests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46725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duration SLA at P95 input volume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703320"/>
            <a:ext cx="402336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703320"/>
            <a:ext cx="54864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7216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37216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management, encryption at rest/transit, RBAC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4178808"/>
            <a:ext cx="402336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178808"/>
            <a:ext cx="54864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4197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41970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on rows in/out, quarantine %, duration; alerts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SCALE &amp; RESILIENCE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Failure Recovery &amp; Portability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 by Volume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6459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08760"/>
            <a:ext cx="4572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27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≤ few 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74650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pandas pipeline — no changes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645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103120"/>
            <a:ext cx="4572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21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~10s GB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34086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date; multiprocessing per part-file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64592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697480"/>
            <a:ext cx="4572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157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100s GB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293522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Databricks; write partitioned Parquet to lake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164592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291840"/>
            <a:ext cx="4572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310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 TB+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5295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Kafka/Flink streaming + historical batch backfill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49240" y="1508760"/>
            <a:ext cx="347472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536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skip in extract; pipeline continues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49240" y="2103120"/>
            <a:ext cx="347472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130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business row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3500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Quarantined; batch not interrupted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49240" y="2697480"/>
            <a:ext cx="347472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crash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29443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from staging Parquet checkpoint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49240" y="3291840"/>
            <a:ext cx="347472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3192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file 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3538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discover_input_files processes all *.json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3210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417880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 ·  Pinned requirements.txt  ·  Runs on laptop, CI, or container  ·  No cloud lock-in  ·  CLI flags for custom paths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Production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520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Today (Take-Home)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64792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737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JSONL ingestion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370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1762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pandas pipeline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4261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61518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Parquet + SQLite warehouse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52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05409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orchestration (main.py)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2044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49300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validation + quarantine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59352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931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&amp; integration tests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09160" y="1188720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09160" y="1188720"/>
            <a:ext cx="54864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89204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Production (Next Steps)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764792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38928" y="17373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Kafka / S3 event streams</a:t>
            </a:r>
            <a:endParaRPr lang="en-US" sz="9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203704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38928" y="2176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dbt distributed processing</a:t>
            </a:r>
            <a:endParaRPr lang="en-US" sz="9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642616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38928" y="26151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BigQuery / Redshift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081528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38928" y="30540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Dagster orchestration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520440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138928" y="3493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+ dbt tests</a:t>
            </a:r>
            <a:endParaRPr lang="en-US" sz="9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959352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138928" y="3931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lineage, PII masking, RBAC</a:t>
            </a:r>
            <a:endParaRPr lang="en-US" sz="950" dirty="0"/>
          </a:p>
        </p:txBody>
      </p:sp>
      <p:sp>
        <p:nvSpPr>
          <p:cNvPr id="35" name="Text 21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Roadmap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11827"/>
                </a:solidFill>
              </a:rPr>
              <a:t>ANALYTICS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Questions — Answered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currently have active policies?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256032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1887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customer_sk)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mart_policy_status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'active'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5840" y="1554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mart_policy_status pre-computes current lifecycle status — no window functions needed at query 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2316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renewals were sent in 2024, split by policy type?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468880"/>
            <a:ext cx="256032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5146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product_type, COUNT(*)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fact_policy_events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event_type = 'renewal'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year = 2024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product_type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2880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 and event_date are indexed in SQLite; product_type joins dim_product with a surrogate key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median auto renewal price by day?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3794760"/>
            <a:ext cx="256032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840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event_date, median_premium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mart_renewals_daily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product_type = 'auto'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mart_renewals_daily pre-aggregates daily medians — avoids scanning all renewals on every analyst query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— and what comes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ETL: extract → transform → load → analyse, with quarantine isolation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544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3008" y="19019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4 dims + 1 fact + 2 marts; surrogate keys and indexes for fast 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5544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19088" y="19019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validation rules; bad rows quarantined not dropped; replayable at any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(parsers, rules) + component + integration tests; runnable via pytest -v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1546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93008" y="35021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Python, pinned deps, CLI flags; runs on laptop, CI, or container today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15468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154680"/>
            <a:ext cx="27432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19088" y="35021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→ partitioned multiprocessing → Spark → streaming; swap-in, not rewrite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Events ETL — Solution Presentation</dc:title>
  <dc:subject>PptxGenJS Presentation</dc:subject>
  <dc:creator>PptxGenJS</dc:creator>
  <cp:lastModifiedBy>PptxGenJS</cp:lastModifiedBy>
  <cp:revision>1</cp:revision>
  <dcterms:created xsi:type="dcterms:W3CDTF">2026-06-01T22:35:55Z</dcterms:created>
  <dcterms:modified xsi:type="dcterms:W3CDTF">2026-06-01T22:35:55Z</dcterms:modified>
</cp:coreProperties>
</file>